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게임 닉네임의 형태·의미 분석</a:t>
            </a:r>
          </a:p>
          <a:p>
            <a:pPr algn="ctr">
              <a:spcBef>
                <a:spcPts val="1800"/>
              </a:spcBef>
            </a:pPr>
            <a:r>
              <a:rPr sz="1800" b="0">
                <a:solidFill>
                  <a:srgbClr val="CCD4E8"/>
                </a:solidFill>
                <a:latin typeface="맑은 고딕"/>
              </a:rPr>
              <a:t>선행연구 조사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540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4E8"/>
                </a:solidFill>
                <a:latin typeface="맑은 고딕"/>
              </a:rPr>
              <a:t>AI기반콘텐츠창업워크숍2 · 2026.10.14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1. 연구 배경과 목적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게임 닉네임은 사용자가 스스로 만든 언어 자료다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실명과 달리 제약이 적어 조어·변형·차용이 자유롭게 나타난다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따라서 형태론·의미론 연구의 자료로서 가치가 있다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기존 연구는 언어별·소규모 수작업 분석에 머물러 있다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수천 건 규모의 분류를 사람이 직접 수행해 왔다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언어가 바뀌면 분석 틀을 다시 만들어야 한다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본 연구의 목표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선행연구의 분류 체계를 LLM 기반 시스템으로 구현한다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다국어로 확장해 언어 간 비교를 가능하게 한다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최종적으로 작명 동기와 행위의 관계를 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2. 선행연구 지도 — 두 갈래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갈래 A — Semantic network 방법론 (2편)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키워드 동시출현으로 의미 구조를 드러내는 분석 절차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'무엇으로 분석할 것인가'에 해당한다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갈래 B — 닉네임의 형태·통사·의미 분석 (5편)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사용자명을 언어학적으로 분류한 실증 연구들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'무엇을 분석할 것인가'에 해당한다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두 갈래는 아직 만나지 않았다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닉네임 연구는 수작업 분류에, 네트워크 방법론은 일반 코퍼스에 머물러 있다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이 지점이 본 연구의 출발점이다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3. 갈래 A — Semantic network 방법론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Corpus Linguistics, Network Analysis and Co-occurrence Matrices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International Journal of English Studies, Univ. of Murcia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빈도 → 키워드 → 연어 분석 → 동시출현 행렬 → semantic network 의 절차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코퍼스에서 네트워크까지 가는 경로를 단계로 정리했다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Omodei, Cointet &amp; Poibeau (2014), LREC'14, pp. 2972-2978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언어 패턴과 통계를 혼합한 키워드 추출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통계만 쓰는 방식보다 의미 있는 키워드를 더 잘 잡는다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추출한 키워드의 동시출현으로 네트워크를 구축한다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본 연구와의 접점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닉네임 구성 요소를 키워드로 보면 같은 절차를 적용할 수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4. 갈래 B — 닉네임의 형태·의미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GD Usernames and Euphemism: A Morphosemantic Analysis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게임 사이트 사용자명의 단어 형성, 철자 변형, 차용, 의미 혁신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Szymanski (2013)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닉네임 7,456개의 형태론 분석 및 문자 선택 동기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Dubiec-Stach (2021)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독일어·폴란드어 닉네임의 의미·형태·통사·문자 양식 분류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두 언어를 나란히 놓은 비교 연구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Kaziaba (2022)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- 5,000개 사례의 다층위 분석, 온라인 게임 포함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Fomin &amp; Chobotar (2022)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게임 내 닉네임의 작명 동기와 생성 기제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5. 선행연구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584000"/>
          <a:ext cx="10764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/>
                <a:gridCol w="2152800"/>
                <a:gridCol w="2152800"/>
                <a:gridCol w="2152800"/>
                <a:gridCol w="2152800"/>
              </a:tblGrid>
              <a:tr h="9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연구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자료 규모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언어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분석 층위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Murcia (연도 미상)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일반 코퍼스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키워드·연어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동시출현 행렬</a:t>
                      </a:r>
                    </a:p>
                  </a:txBody>
                  <a:tcPr/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Omodei et al. (2014)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학술 코퍼스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키워드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패턴+통계 혼합</a:t>
                      </a:r>
                    </a:p>
                  </a:txBody>
                  <a:tcPr/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GD Usernames (연도 미상)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미상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형태·의미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수작업 분류</a:t>
                      </a:r>
                    </a:p>
                  </a:txBody>
                  <a:tcPr/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Szymanski (2013)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7,456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폴란드어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수작업 분류</a:t>
                      </a:r>
                    </a:p>
                  </a:txBody>
                  <a:tcPr/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Dubiec-Stach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미상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독일어·폴란드어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의미·형태·통사·문자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수작업 분류</a:t>
                      </a:r>
                    </a:p>
                  </a:txBody>
                  <a:tcPr/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Kaziaba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러시아어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다층위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수작업 분류</a:t>
                      </a:r>
                    </a:p>
                  </a:txBody>
                  <a:tcPr/>
                </a:tc>
              </a:tr>
              <a:tr h="9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Fomin &amp; Chobotar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미상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우크라이나어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동기·생성 기제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수작업 분류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6. 연구 공백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공백 1 — 분석 규모의 한계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최대 7,456건. 모두 사람이 직접 분류했다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게임 플랫폼 한 곳의 하루치 신규 계정에도 못 미치는 규모다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공백 2 — 언어 간 비교의 단절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폴란드어·독일어·러시아어·우크라이나어가 각각 따로 연구되었다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분류 체계가 연구마다 달라 결과를 포개 볼 수 없다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한국어·일본어 등 비유럽 언어는 거의 다뤄지지 않았다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공백 3 — 동기와 행위의 분리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Fomin &amp; Chobotar가 작명 동기를 다루었으나 설문·면접에 의존한다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닉네임과 실제 플레이 행위를 연결한 연구는 찾지 못했다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7. 제안 연구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1단계 — 분류 체계의 코드화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Dubiec-Stach의 네 층위(의미·형태·통사·문자)를 LLM 프롬프트로 구현한다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선행연구가 수작업으로 한 분류를 자동화하는 것이 1차 목표다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2단계 — 다국어 확장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같은 분류 체계를 언어별로 적용해 비교 가능한 결과를 만든다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한국어를 포함해 공백 2를 직접 겨냥한다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3단계 — semantic network 결합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닉네임 구성 요소를 키워드로 보고 동시출현 네트워크를 그린다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갈래 A의 방법을 갈래 B의 자료에 적용하는 지점이다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맑은 고딕"/>
              </a:rPr>
              <a:t>• 4단계 — 동기와 행위의 연결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  <a:latin typeface="맑은 고딕"/>
              </a:rPr>
              <a:t>- 분류 결과를 플레이 데이터와 대조한다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B73"/>
                </a:solidFill>
                <a:latin typeface="맑은 고딕"/>
              </a:rPr>
              <a:t>8. 참고문헌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60000"/>
            <a:ext cx="10764000" cy="2880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1584000"/>
            <a:ext cx="104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Corpus Linguistics, Network Analysis and Co-occurrence Matrices. International Journal of English Studies, Univ. of Murcia. [서지정보 보완 필요]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Omodei, E., Cointet, J.-P., &amp; Poibeau, T. (2014). LREC'14, pp. 2972-2978.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GD Usernames and Euphemism: A Morphosemantic Analysis. [서지정보 보완 필요]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Szymanski (2013). 닉네임 7,456개의 형태론 분석. [서지정보 보완 필요]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Dubiec-Stach (2021). 독일어·폴란드어 닉네임 분류. [서지정보 보완 필요]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Kaziaba (2022). 닉네임 5,000개의 다층위 분석. [서지정보 보완 필요]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Fomin &amp; Chobotar (2022). 게임 내 닉네임의 작명 동기. [서지정보 보완 필요]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맑은 고딕"/>
              </a:rPr>
              <a:t>• ※ 저자 전체 이름·학술지명·권호·DOI 를 확인하지 못했다. 검색 도구 없이 주어진 목록만 사용한 조건의 한계다.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